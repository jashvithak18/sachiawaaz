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05C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PROPOSAL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PARAKH (परख)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3B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AI Voice Spoofing Detection &amp; Document Integrity Forensics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4114800" cy="27432"/>
          </a:xfrm>
          <a:prstGeom prst="rect">
            <a:avLst/>
          </a:prstGeom>
          <a:solidFill>
            <a:srgbClr val="005C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Built by: Team API Avengers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Trust, Verified in Seconds.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  |  API Avengers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Crisis of Trust in the Digital Era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22960"/>
            <a:ext cx="1069848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3657600" cy="4754880"/>
          </a:xfrm>
          <a:prstGeom prst="roundRect">
            <a:avLst>
              <a:gd name="adj" fmla="val 1250"/>
            </a:avLst>
          </a:prstGeom>
          <a:solidFill>
            <a:srgbClr val="13221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B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ISSUE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Clones &amp;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Fake Credentials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Scaling Faster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 Trust.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42062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cheap, automated, and targets the most vulnerable—elderly family members via voice cloning, and recruiters via forged PDFs.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65760" cy="365760"/>
          </a:xfrm>
          <a:prstGeom prst="ellipse">
            <a:avLst/>
          </a:prstGeom>
          <a:solidFill>
            <a:srgbClr val="005C3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Clones (Voice Spoofing)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6002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voice note scams targeting seniors/employees using synthetic voice clones. Existing filters can't distinguish generated harmonics from authentic voice box resonances.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365760" cy="365760"/>
          </a:xfrm>
          <a:prstGeom prst="ellipse">
            <a:avLst/>
          </a:prstGeom>
          <a:solidFill>
            <a:srgbClr val="005C3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28346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Forgery (PDF Vector Scams)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0" y="31546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internship certificates, offer letters, and credentials sold in bulk. Scammers design certificates using consumer web tools or bypass standard text parsers by printing text as vector paths (Type3 fonts).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4480560"/>
            <a:ext cx="365760" cy="365760"/>
          </a:xfrm>
          <a:prstGeom prst="ellipse">
            <a:avLst/>
          </a:prstGeom>
          <a:solidFill>
            <a:srgbClr val="005C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4389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Phishing &amp; Fake Domain Traps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47091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Imposter websites and spoofed email headers that mimic trusted companies (like TCS, Microsoft) to harvest credentials and charge processing fees.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  |  API Avengers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PARAKH Architecture: Dual Verification Streams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22960"/>
            <a:ext cx="1069848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platform verifying auditory and document credentials via ML and OSINT pipelines.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🎙️ AUDIO SPOOF DETECTOR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2194560"/>
            <a:ext cx="4572000" cy="685800"/>
          </a:xfrm>
          <a:prstGeom prst="roundRect">
            <a:avLst>
              <a:gd name="adj" fmla="val 6667"/>
            </a:avLst>
          </a:prstGeom>
          <a:solidFill>
            <a:srgbClr val="FAF7E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677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Audio Capture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496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voice note (MP3/WAV/OGG)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3017520"/>
            <a:ext cx="4572000" cy="685800"/>
          </a:xfrm>
          <a:prstGeom prst="roundRect">
            <a:avLst>
              <a:gd name="adj" fmla="val 6667"/>
            </a:avLst>
          </a:prstGeom>
          <a:solidFill>
            <a:srgbClr val="FAF7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09067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Feature Extraction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3192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Mel-Spectrogram &amp; Speech Formant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3840480"/>
            <a:ext cx="4572000" cy="685800"/>
          </a:xfrm>
          <a:prstGeom prst="roundRect">
            <a:avLst>
              <a:gd name="adj" fmla="val 6667"/>
            </a:avLst>
          </a:prstGeom>
          <a:solidFill>
            <a:srgbClr val="FAF7E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9136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ML Classifier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41422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 audits acoustic synthetic cues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4663440"/>
            <a:ext cx="4572000" cy="685800"/>
          </a:xfrm>
          <a:prstGeom prst="roundRect">
            <a:avLst>
              <a:gd name="adj" fmla="val 6667"/>
            </a:avLst>
          </a:prstGeom>
          <a:solidFill>
            <a:srgbClr val="FAF7EE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73659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Instant Verdict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9651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'Cloned Voice' vs 'Authentic Human Voice'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DOCUMENT CREDENTIALS AUDITOR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92240" y="2194560"/>
            <a:ext cx="4663440" cy="685800"/>
          </a:xfrm>
          <a:prstGeom prst="roundRect">
            <a:avLst>
              <a:gd name="adj" fmla="val 6667"/>
            </a:avLst>
          </a:prstGeom>
          <a:solidFill>
            <a:srgbClr val="FAF7E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2677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PDF/Image Upload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24963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Certificates, offers, or websites uploaded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3017520"/>
            <a:ext cx="4663440" cy="685800"/>
          </a:xfrm>
          <a:prstGeom prst="roundRect">
            <a:avLst>
              <a:gd name="adj" fmla="val 6667"/>
            </a:avLst>
          </a:prstGeom>
          <a:solidFill>
            <a:srgbClr val="FAF7EE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30906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Dual-Engine OCR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33192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stream parsing + OCR.space API fallback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840480"/>
            <a:ext cx="4663440" cy="685800"/>
          </a:xfrm>
          <a:prstGeom prst="roundRect">
            <a:avLst>
              <a:gd name="adj" fmla="val 6667"/>
            </a:avLst>
          </a:prstGeom>
          <a:solidFill>
            <a:srgbClr val="FAF7EE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39136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OSINT Search Agent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29400" y="41422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API crawls reviews &amp; scam databases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4663440"/>
            <a:ext cx="4663440" cy="685800"/>
          </a:xfrm>
          <a:prstGeom prst="roundRect">
            <a:avLst>
              <a:gd name="adj" fmla="val 6667"/>
            </a:avLst>
          </a:prstGeom>
          <a:solidFill>
            <a:srgbClr val="FAF7EE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47365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Forensic Profile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29400" y="49651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recipient name, logos, and signatures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  |  API Avengers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Features: Trust Verification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22960"/>
            <a:ext cx="1069848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45920"/>
            <a:ext cx="731520" cy="731520"/>
          </a:xfrm>
          <a:prstGeom prst="ellipse">
            <a:avLst/>
          </a:prstGeom>
          <a:solidFill>
            <a:srgbClr val="FAF7E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Deepfake Verification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2057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cloned voices with detailed acoustic formants analysis, protecting users from voice cloning impersonation.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645920"/>
            <a:ext cx="731520" cy="731520"/>
          </a:xfrm>
          <a:prstGeom prst="ellipse">
            <a:avLst/>
          </a:prstGeom>
          <a:solidFill>
            <a:srgbClr val="FAF7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066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Web OSINT Lookup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057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extracts issuing companies and performs live DuckDuckGo API searches on top reviews, Quora, and scam reports.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4114800"/>
            <a:ext cx="731520" cy="731520"/>
          </a:xfrm>
          <a:prstGeom prst="ellipse">
            <a:avLst/>
          </a:prstGeom>
          <a:solidFill>
            <a:srgbClr val="FAF7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2024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Fuzzy Name &amp; Signature Guard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20240" y="4526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recipient name matches against user profiles (handling initials and formatting variations) and locates digital signature blocks.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4114800"/>
            <a:ext cx="731520" cy="731520"/>
          </a:xfrm>
          <a:prstGeom prst="ellipse">
            <a:avLst/>
          </a:prstGeom>
          <a:solidFill>
            <a:srgbClr val="FAF7EE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0664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&amp; Domain Forensics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4526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raw email files, checks SPF/DKIM/DMARC records, flags display name spoofing, and alerts users to malicious URLs.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  |  API Avengers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Case Study &amp; Tech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22960"/>
            <a:ext cx="1069848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00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DYNAMIC OCR &amp; WEB OSINT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Verifying 'Maincrafts' Certificate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2423160"/>
            <a:ext cx="137160" cy="137160"/>
          </a:xfrm>
          <a:prstGeom prst="ellipse">
            <a:avLst/>
          </a:prstGeom>
          <a:solidFill>
            <a:srgbClr val="005C3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3774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Challenge: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certificate from an unregistered company. PDF has Type3 vector fonts, returning 0 readable characters to standard text parsers.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3291840"/>
            <a:ext cx="137160" cy="137160"/>
          </a:xfrm>
          <a:prstGeom prst="ellipse">
            <a:avLst/>
          </a:prstGeom>
          <a:solidFill>
            <a:srgbClr val="005C3A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246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Fallback: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 detects the unextractable text layer, uploads the file to OCR.space API, and successfully extracts the text 'Maincrafts'.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4160520"/>
            <a:ext cx="137160" cy="137160"/>
          </a:xfrm>
          <a:prstGeom prst="ellipse">
            <a:avLst/>
          </a:prstGeom>
          <a:solidFill>
            <a:srgbClr val="005C3A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1148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OSINT: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runs dual parallel DuckDuckGo web queries, locates Maincrafts official info/domain, and extracts community reviews.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5029200"/>
            <a:ext cx="137160" cy="137160"/>
          </a:xfrm>
          <a:prstGeom prst="ellipse">
            <a:avLst/>
          </a:prstGeom>
          <a:solidFill>
            <a:srgbClr val="00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9834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Verdict: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signature, and logo alignments are verified. Report displays a custom verified company profile and lists reviews under 'Safe' status.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1280160"/>
            <a:ext cx="4389120" cy="4754880"/>
          </a:xfrm>
          <a:prstGeom prst="roundRect">
            <a:avLst>
              <a:gd name="adj" fmla="val 1042"/>
            </a:avLst>
          </a:prstGeom>
          <a:solidFill>
            <a:srgbClr val="13221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B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Vite, TailwindCSS, Framer Motion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108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Express, MongoDB, Mongoose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Classifier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ML Space (Python, Wav2Vec)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4480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OCR Engine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OCR.space REST API (Helloworld Key)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5303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Search OSINT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5577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API Crawler (Axios)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  |  API Avengers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  |  API Avengers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B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SECURE CREDENTIALS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Trust: Verifying Every Voice &amp; Document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3200400"/>
          </a:xfrm>
          <a:prstGeom prst="roundRect">
            <a:avLst>
              <a:gd name="adj" fmla="val 1429"/>
            </a:avLst>
          </a:prstGeom>
          <a:solidFill>
            <a:srgbClr val="1A2F22"/>
          </a:solidFill>
          <a:ln w="19050">
            <a:solidFill>
              <a:srgbClr val="005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 Security First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3017520"/>
            <a:ext cx="1097280" cy="27432"/>
          </a:xfrm>
          <a:prstGeom prst="rect">
            <a:avLst/>
          </a:prstGeom>
          <a:solidFill>
            <a:srgbClr val="005C3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004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simple interface allowing non-technical family members to audit WhatsApp voice messages and internship offers before sending payments.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291840" cy="3200400"/>
          </a:xfrm>
          <a:prstGeom prst="roundRect">
            <a:avLst>
              <a:gd name="adj" fmla="val 1429"/>
            </a:avLst>
          </a:prstGeom>
          <a:solidFill>
            <a:srgbClr val="1A2F22"/>
          </a:solidFill>
          <a:ln w="19050">
            <a:solidFill>
              <a:srgbClr val="005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Recruitment Integration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17720" y="3017520"/>
            <a:ext cx="1097280" cy="27432"/>
          </a:xfrm>
          <a:prstGeom prst="rect">
            <a:avLst/>
          </a:prstGeom>
          <a:solidFill>
            <a:srgbClr val="005C3A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2004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webhooks and plugins designed for automated applicant tracking systems (ATS) like Workday or Greenhouse to screen fake credentials.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291840" cy="3200400"/>
          </a:xfrm>
          <a:prstGeom prst="roundRect">
            <a:avLst>
              <a:gd name="adj" fmla="val 1429"/>
            </a:avLst>
          </a:prstGeom>
          <a:solidFill>
            <a:srgbClr val="1A2F22"/>
          </a:solidFill>
          <a:ln w="19050">
            <a:solidFill>
              <a:srgbClr val="005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Decentralized OSINT Nodes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75320" y="3017520"/>
            <a:ext cx="1097280" cy="27432"/>
          </a:xfrm>
          <a:prstGeom prst="rect">
            <a:avLst/>
          </a:prstGeom>
          <a:solidFill>
            <a:srgbClr val="00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2004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scam company registries combined with live web crawlers to map newly registered entities within minutes of creation.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3B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Trust, Verified in Seconds. Built by API Avengers.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2026-07-11T13:36:31Z</dcterms:created>
  <dcterms:modified xsi:type="dcterms:W3CDTF">2026-07-11T13:36:31Z</dcterms:modified>
</cp:coreProperties>
</file>